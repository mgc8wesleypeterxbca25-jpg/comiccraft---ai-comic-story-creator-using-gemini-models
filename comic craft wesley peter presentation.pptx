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698480" cy="5212080"/>
          </a:xfrm>
          <a:prstGeom prst="roundRect">
            <a:avLst/>
          </a:prstGeom>
          <a:solidFill>
            <a:srgbClr val="2B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COMICCRAFT</a:t>
            </a:r>
          </a:p>
          <a:p>
            <a:pPr algn="ctr">
              <a:defRPr sz="2500">
                <a:solidFill>
                  <a:srgbClr val="DCCDFA"/>
                </a:solidFill>
              </a:defRPr>
            </a:pPr>
            <a:r>
              <a:t>AI Comic Story Creator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2576" y="3794760"/>
            <a:ext cx="453637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Presented by: </a:t>
            </a:r>
            <a:r>
              <a:rPr lang="en-US" dirty="0"/>
              <a:t>Wesley peter N</a:t>
            </a:r>
            <a:r>
              <a:rPr dirty="0"/>
              <a:t> and Team</a:t>
            </a:r>
          </a:p>
          <a:p>
            <a:pPr algn="ctr"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rPr dirty="0"/>
              <a:t>Department: 2nd BCA – Shift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ComicCraft is an AI-powered application for creating comic stories.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It uses Gemini models to generate creative story ideas, characters, dialogues and scenes.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The system helps users turn simple prompts into structured comic content.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It is designed to make comic creation easier, faster and more engaging.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Creating a complete comic story manually can require significant time and creativity.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Beginners may find it difficult to develop characters, plot, dialogues and scene descriptions.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Traditional comic creation tools may require separate steps for writing and organizing content.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ComicCraft aims to simplify these tasks through AI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Generate original comic story concepts from user prompts.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Create characters, scenes and dialogues with AI assistance.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Provide a simple and user-friendly comic story creation workflow.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Reduce the time and effort needed for story development.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Encourage creativity and experimentation for students and beginners.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4.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AI-powered story generation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Character and scene creation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Dialogue generation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Prompt-based customization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Organized comic panels / story structure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Easy-to-use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5. 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Frontend: Web-based user interface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AI Model: Google Gemini Models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Backend: Application logic and API integration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Programming: Suitable web programming technologies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Output: Structured comic story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6. How ComicCraft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Step 1 – User enters a story idea or prompt.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Step 2 – ComicCraft sends the prompt to the Gemini model.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Step 3 – Gemini generates story elements such as plot, characters and dialogue.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Step 4 – The application organizes the generated content into comic scenes/panels.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Step 5 – User reviews, edits and uses the final comic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7.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User Input → Prompt Processing → Gemini AI → Story Generation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Story Generation → Character &amp; Scene Details → Comic Panel Structure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Comic Panel Structure → User Review &amp; Editing → Final Comic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8.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Saves time during story development.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Supports users who are new to creative writing.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Provides quick ideas for plots, characters and dialogues.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Makes AI technology useful for creative content generation.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Can support educational and entertainment-oriented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9.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AI-generated comic illustrations for each panel.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More character customization options.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Voice narration and text-to-speech support.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Export comics as PDF or image-based formats.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Multiple languages and storytelling styles.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Cloud saving and sharing of completed comics.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440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ComicCraft demonstrates how Gemini AI can assist in creative storytelling.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It combines prompt-based AI generation with a structured comic creation workflow.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The project can help students and beginners create engaging comic stories with less manual effort.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With further development, ComicCraft can become a richer AI-powered comic creation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88503" y="1828800"/>
            <a:ext cx="6184514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>
              <a:defRPr sz="2000">
                <a:solidFill>
                  <a:srgbClr val="DCCDFA"/>
                </a:solidFill>
              </a:defRPr>
            </a:pPr>
            <a:r>
              <a:rPr dirty="0" err="1"/>
              <a:t>ComicCraft</a:t>
            </a:r>
            <a:r>
              <a:rPr dirty="0"/>
              <a:t> – AI Comic Story Creator using Gemini Models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rPr dirty="0"/>
              <a:t>Presented by</a:t>
            </a:r>
            <a:r>
              <a:t>: </a:t>
            </a:r>
            <a:r>
              <a:rPr lang="en-US"/>
              <a:t>Wesley peter N</a:t>
            </a:r>
            <a:r>
              <a:t> and Team | 2nd BCA – Shift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532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Parthiban Shanmugavel</dc:creator>
  <cp:keywords/>
  <dc:description>generated using python-pptx</dc:description>
  <cp:lastModifiedBy>Parthiban Shanmugavel</cp:lastModifiedBy>
  <cp:revision>2</cp:revision>
  <dcterms:created xsi:type="dcterms:W3CDTF">2013-01-27T09:14:16Z</dcterms:created>
  <dcterms:modified xsi:type="dcterms:W3CDTF">2026-09-30T09:54:00Z</dcterms:modified>
  <cp:category/>
</cp:coreProperties>
</file>