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BE3C"/>
                </a:solidFill>
              </a:defRPr>
            </a:pPr>
            <a:r>
              <a:t>ComicCraft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0F0F5"/>
                </a:solidFill>
              </a:defRPr>
            </a:pPr>
            <a:r>
              <a:t>AI Comic Story Creator using Gemini Models</a:t>
            </a:r>
            <a:br/>
            <a: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BE3C"/>
                </a:solidFill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0F0F5"/>
                </a:solidFill>
              </a:defRPr>
            </a:pPr>
            <a:r>
              <a:t>ComicCraft is an AI-powered application that helps users create comic stories from simple ideas.</a:t>
            </a:r>
            <a:br/>
            <a:br/>
            <a:r>
              <a:t>• Uses Gemini Models for story generation</a:t>
            </a:r>
            <a:br/>
            <a:r>
              <a:t>• Creates characters, dialogues, scenes and narration</a:t>
            </a:r>
            <a:br/>
            <a:r>
              <a:t>• Makes comic creation faster and easier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BE3C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0F0F5"/>
                </a:solidFill>
              </a:defRPr>
            </a:pPr>
            <a:r>
              <a:t>Creating a complete comic manually requires time and creative effort.</a:t>
            </a:r>
            <a:br/>
            <a:br/>
            <a:r>
              <a:t>• Story planning is difficult for beginners</a:t>
            </a:r>
            <a:br/>
            <a:r>
              <a:t>• Writing dialogues takes time</a:t>
            </a:r>
            <a:br/>
            <a:r>
              <a:t>• Character and scene consistency can be challenging</a:t>
            </a:r>
            <a:br/>
            <a:r>
              <a:t>• Traditional comic creation needs multiple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BE3C"/>
                </a:solidFill>
              </a:defRPr>
            </a:pPr>
            <a: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0F0F5"/>
                </a:solidFill>
              </a:defRPr>
            </a:pPr>
            <a:r>
              <a:t>ComicCraft provides an AI-based workflow for comic creation.</a:t>
            </a:r>
            <a:br/>
            <a:br/>
            <a:r>
              <a:t>User Idea → Gemini AI → Story &amp; Scenes → Comic Layout → Final Comic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BE3C"/>
                </a:solidFill>
              </a:defRPr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0F0F5"/>
                </a:solidFill>
              </a:defRPr>
            </a:pPr>
            <a:r>
              <a:t>• AI story generation</a:t>
            </a:r>
            <a:br/>
            <a:r>
              <a:t>• Character creation and descriptions</a:t>
            </a:r>
            <a:br/>
            <a:r>
              <a:t>• Scene-by-scene comic generation</a:t>
            </a:r>
            <a:br/>
            <a:r>
              <a:t>• Dialogue and narration generation</a:t>
            </a:r>
            <a:br/>
            <a:r>
              <a:t>• Multiple genres and story styles</a:t>
            </a:r>
            <a:br/>
            <a:r>
              <a:t>• Easy-to-use interface</a:t>
            </a:r>
            <a:br/>
            <a:r>
              <a:t>• Export/share final comic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BE3C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0F0F5"/>
                </a:solidFill>
              </a:defRPr>
            </a:pPr>
            <a:r>
              <a:t>Frontend: HTML, CSS, JavaScript / React</a:t>
            </a:r>
            <a:br/>
            <a:r>
              <a:t>Backend: Python / Node.js</a:t>
            </a:r>
            <a:br/>
            <a:r>
              <a:t>AI Model: Google Gemini Models</a:t>
            </a:r>
            <a:br/>
            <a:r>
              <a:t>API: Gemini API</a:t>
            </a:r>
            <a:br/>
            <a:r>
              <a:t>Database: Firebase / MongoDB (optional)</a:t>
            </a:r>
            <a:br/>
            <a:r>
              <a:t>Output: Digital comic panels / PDF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BE3C"/>
                </a:solidFill>
              </a:defRPr>
            </a:pPr>
            <a:r>
              <a:t>System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0F0F5"/>
                </a:solidFill>
              </a:defRPr>
            </a:pPr>
            <a:r>
              <a:t>1. User enters a story idea</a:t>
            </a:r>
            <a:br/>
            <a:r>
              <a:t>2. Application sends prompt to Gemini</a:t>
            </a:r>
            <a:br/>
            <a:r>
              <a:t>3. Gemini generates plot, characters and dialogues</a:t>
            </a:r>
            <a:br/>
            <a:r>
              <a:t>4. Story is divided into scenes/panels</a:t>
            </a:r>
            <a:br/>
            <a:r>
              <a:t>5. Comic panels are created and arranged</a:t>
            </a:r>
            <a:br/>
            <a:r>
              <a:t>6. User reviews and exports the comic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BE3C"/>
                </a:solidFill>
              </a:defRPr>
            </a:pPr>
            <a:r>
              <a:t>Gemini API – Sample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0F0F5"/>
                </a:solidFill>
                <a:latin typeface="Courier New"/>
              </a:defRPr>
            </a:pPr>
            <a:r>
              <a:t>import google.generativeai as genai</a:t>
            </a:r>
            <a:br/>
            <a:br/>
            <a:r>
              <a:t>genai.configure(api_key="YOUR_API_KEY")</a:t>
            </a:r>
            <a:br/>
            <a:br/>
            <a:r>
              <a:t>model = genai.GenerativeModel("gemini-2.0-flash")</a:t>
            </a:r>
            <a:br/>
            <a:br/>
            <a:r>
              <a:t>prompt = "Create a 6-panel comic story about a student</a:t>
            </a:r>
            <a:br/>
            <a:r>
              <a:t>who discovers a mysterious robot."</a:t>
            </a:r>
            <a:br/>
            <a:br/>
            <a:r>
              <a:t>response = model.generate_content(prompt)</a:t>
            </a:r>
            <a:br/>
            <a:br/>
            <a:r>
              <a:t>print(response.text)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BE3C"/>
                </a:solidFill>
              </a:defRPr>
            </a:pPr>
            <a:r>
              <a:t>Sample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0F0F5"/>
                </a:solidFill>
              </a:defRPr>
            </a:pPr>
            <a:r>
              <a:t>Create a short comic story with:</a:t>
            </a:r>
            <a:br/>
            <a:br/>
            <a:r>
              <a:t>• Title</a:t>
            </a:r>
            <a:br/>
            <a:r>
              <a:t>• 3 main characters</a:t>
            </a:r>
            <a:br/>
            <a:r>
              <a:t>• 6 comic panels</a:t>
            </a:r>
            <a:br/>
            <a:r>
              <a:t>• Scene description for each panel</a:t>
            </a:r>
            <a:br/>
            <a:r>
              <a:t>• Character dialogue</a:t>
            </a:r>
            <a:br/>
            <a:r>
              <a:t>• Narration</a:t>
            </a:r>
            <a:br/>
            <a:r>
              <a:t>• A clear beginning, conflict and ending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BE3C"/>
                </a:solidFill>
              </a:defRPr>
            </a:pPr>
            <a:r>
              <a:t>Advantages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0F0F5"/>
                </a:solidFill>
              </a:defRPr>
            </a:pPr>
            <a:r>
              <a:t>• Reduces comic creation time</a:t>
            </a:r>
            <a:br/>
            <a:r>
              <a:t>• Helps beginners create stories</a:t>
            </a:r>
            <a:br/>
            <a:r>
              <a:t>• Generates creative ideas quickly</a:t>
            </a:r>
            <a:br/>
            <a:r>
              <a:t>• Supports different genres</a:t>
            </a:r>
            <a:br/>
            <a:r>
              <a:t>• Easy to customize</a:t>
            </a:r>
            <a:br/>
            <a:r>
              <a:t>• Can be used for education and entertainment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BE3C"/>
                </a:solidFill>
              </a:defRPr>
            </a:pPr>
            <a:r>
              <a:t>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0F0F5"/>
                </a:solidFill>
              </a:defRPr>
            </a:pPr>
            <a:r>
              <a:t>• Educational comics</a:t>
            </a:r>
            <a:br/>
            <a:r>
              <a:t>• Children's storytelling</a:t>
            </a:r>
            <a:br/>
            <a:r>
              <a:t>• Social media content</a:t>
            </a:r>
            <a:br/>
            <a:r>
              <a:t>• Marketing and advertisements</a:t>
            </a:r>
            <a:br/>
            <a:r>
              <a:t>• Creative writing</a:t>
            </a:r>
            <a:br/>
            <a:r>
              <a:t>• Game and animation storyboarding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BE3C"/>
                </a:solidFill>
              </a:defRPr>
            </a:pPr>
            <a:r>
              <a:t>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0F0F5"/>
                </a:solidFill>
              </a:defRPr>
            </a:pPr>
            <a:r>
              <a:t>• AI-generated comic artwork</a:t>
            </a:r>
            <a:br/>
            <a:r>
              <a:t>• Voice-over and animation</a:t>
            </a:r>
            <a:br/>
            <a:r>
              <a:t>• Character memory across stories</a:t>
            </a:r>
            <a:br/>
            <a:r>
              <a:t>• Multi-language support</a:t>
            </a:r>
            <a:br/>
            <a:r>
              <a:t>• Cloud collaboration</a:t>
            </a:r>
            <a:br/>
            <a:r>
              <a:t>• Mobile application</a:t>
            </a:r>
            <a:br/>
            <a:r>
              <a:t>• PDF and video export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BE3C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0F0F5"/>
                </a:solidFill>
              </a:defRPr>
            </a:pPr>
            <a:r>
              <a:t>ComicCraft combines generative AI with comic storytelling to make comic creation simple, fast and accessible.</a:t>
            </a:r>
            <a:br/>
            <a:br/>
            <a:r>
              <a:t>Gemini Models provide the intelligence for generating stories, characters, scenes and dialogues.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BE3C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8175" y="3429000"/>
            <a:ext cx="105156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F0F0F5"/>
                </a:solidFill>
              </a:defRPr>
            </a:pPr>
            <a:r>
              <a:rPr sz="2400" b="1" u="none" strike="noStrike" dirty="0">
                <a:latin typeface="sans-serif"/>
              </a:rPr>
              <a:t>PROJECT BY </a:t>
            </a:r>
            <a:r>
              <a:rPr lang="en-US" sz="2400" b="1" u="none" strike="noStrike">
                <a:latin typeface="sans-serif"/>
              </a:rPr>
              <a:t>Wesley peter N</a:t>
            </a:r>
            <a:r>
              <a:rPr sz="2400" b="1" u="none" strike="noStrike">
                <a:latin typeface="sans-serif"/>
              </a:rPr>
              <a:t> </a:t>
            </a:r>
            <a:r>
              <a:rPr sz="2400" b="1" u="none" strike="noStrike" dirty="0">
                <a:latin typeface="sans-serif"/>
              </a:rPr>
              <a:t>AND TEAM</a:t>
            </a:r>
          </a:p>
          <a:p>
            <a:pPr algn="l">
              <a:defRPr sz="2000">
                <a:solidFill>
                  <a:srgbClr val="F0F0F5"/>
                </a:solidFill>
              </a:defRPr>
            </a:pPr>
            <a:r>
              <a:rPr sz="2400" b="1" u="none" strike="noStrike" dirty="0">
                <a:latin typeface="sans-serif"/>
              </a:rPr>
              <a:t>DEPARTMENT OF 2ND BCA SHIFT 2 </a:t>
            </a:r>
          </a:p>
          <a:p>
            <a:pPr algn="l">
              <a:defRPr sz="2000">
                <a:solidFill>
                  <a:srgbClr val="F0F0F5"/>
                </a:solidFill>
              </a:defRPr>
            </a:pPr>
            <a:endParaRPr sz="2400" b="1" u="none" strike="noStrike" dirty="0">
              <a:latin typeface="sans-serif"/>
            </a:endParaRPr>
          </a:p>
          <a:p>
            <a:pPr algn="l">
              <a:defRPr sz="2000">
                <a:solidFill>
                  <a:srgbClr val="F0F0F5"/>
                </a:solidFill>
              </a:defRPr>
            </a:pPr>
            <a:r>
              <a:rPr sz="2400" b="1" u="none" strike="noStrike" dirty="0">
                <a:latin typeface="sans-serif"/>
              </a:rPr>
              <a:t>THANK YOU </a:t>
            </a:r>
          </a:p>
          <a:p>
            <a:pPr algn="l">
              <a:defRPr sz="2000">
                <a:solidFill>
                  <a:srgbClr val="F0F0F5"/>
                </a:solidFill>
              </a:defRPr>
            </a:pPr>
            <a:endParaRPr sz="2400" b="1" u="none" strike="noStrike" dirty="0">
              <a:latin typeface="sans-serif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546</Words>
  <Application>Microsoft Office PowerPoint</Application>
  <PresentationFormat>Widescreen</PresentationFormat>
  <Paragraphs>31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sans-serif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Parthiban Shanmugavel</dc:creator>
  <cp:keywords/>
  <dc:description>generated using python-pptx</dc:description>
  <cp:lastModifiedBy>Parthiban Shanmugavel</cp:lastModifiedBy>
  <cp:revision>2</cp:revision>
  <dcterms:created xsi:type="dcterms:W3CDTF">2013-01-27T09:14:16Z</dcterms:created>
  <dcterms:modified xsi:type="dcterms:W3CDTF">2026-09-30T09:55:27Z</dcterms:modified>
  <cp:category/>
</cp:coreProperties>
</file>