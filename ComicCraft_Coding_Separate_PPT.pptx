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C440"/>
                </a:solidFill>
                <a:latin typeface="Aptos Display"/>
              </a:defRPr>
            </a:pPr>
            <a:r>
              <a:t>COMICCRAFT</a:t>
            </a:r>
          </a:p>
          <a:p>
            <a:pPr>
              <a:defRPr sz="2700">
                <a:solidFill>
                  <a:srgbClr val="F5F7FA"/>
                </a:solidFill>
                <a:latin typeface="Aptos Display"/>
              </a:defRPr>
            </a:pPr>
            <a:r>
              <a:t>AI Comic Story Creator —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1B9CA"/>
                </a:solidFill>
                <a:latin typeface="Aptos"/>
              </a:defRPr>
            </a:pPr>
            <a:r>
              <a:t>FastAPI + Gemini Flash + Gemini Pro + Stable Diffusion + FPDF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1.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Recommended modular layout for the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700">
                <a:solidFill>
                  <a:srgbClr val="F5F7FA"/>
                </a:solidFill>
                <a:latin typeface="Consolas"/>
              </a:defRPr>
            </a:pPr>
            <a:r>
              <a:t>ComicCraft/</a:t>
            </a:r>
            <a:br/>
            <a:r>
              <a:t>├── app/</a:t>
            </a:r>
            <a:br/>
            <a:r>
              <a:t>│   ├── main.py</a:t>
            </a:r>
            <a:br/>
            <a:r>
              <a:t>│   ├── routes.py</a:t>
            </a:r>
            <a:br/>
            <a:r>
              <a:t>│   ├── gemini_flash.py</a:t>
            </a:r>
            <a:br/>
            <a:r>
              <a:t>│   ├── gemini_pro.py</a:t>
            </a:r>
            <a:br/>
            <a:r>
              <a:t>│   ├── image_generator.py</a:t>
            </a:r>
            <a:br/>
            <a:r>
              <a:t>│   ├── layout_builder.py</a:t>
            </a:r>
            <a:br/>
            <a:r>
              <a:t>│   └── exporters.py</a:t>
            </a:r>
            <a:br/>
            <a:r>
              <a:t>├── templates/</a:t>
            </a:r>
            <a:br/>
            <a:r>
              <a:t>│   ├── index.html</a:t>
            </a:r>
            <a:br/>
            <a:r>
              <a:t>│   ├── comic_preview.html</a:t>
            </a:r>
            <a:br/>
            <a:r>
              <a:t>│   └── export_success.html</a:t>
            </a:r>
            <a:br/>
            <a:r>
              <a:t>├── static/</a:t>
            </a:r>
            <a:br/>
            <a:r>
              <a:t>│   └── generated/</a:t>
            </a:r>
            <a:br/>
            <a:r>
              <a:t>├── requirements.txt</a:t>
            </a:r>
            <a:br/>
            <a:r>
              <a:t>└── .env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2. Dependencies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Install the libraries used by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700">
                <a:solidFill>
                  <a:srgbClr val="F5F7FA"/>
                </a:solidFill>
                <a:latin typeface="Consolas"/>
              </a:defRPr>
            </a:pPr>
            <a:r>
              <a:t># requirements.txt</a:t>
            </a:r>
            <a:br/>
            <a:r>
              <a:t>fastapi</a:t>
            </a:r>
            <a:br/>
            <a:r>
              <a:t>uvicorn</a:t>
            </a:r>
            <a:br/>
            <a:r>
              <a:t>jinja2</a:t>
            </a:r>
            <a:br/>
            <a:r>
              <a:t>google-generativeai</a:t>
            </a:r>
            <a:br/>
            <a:r>
              <a:t>diffusers</a:t>
            </a:r>
            <a:br/>
            <a:r>
              <a:t>transformers</a:t>
            </a:r>
            <a:br/>
            <a:r>
              <a:t>accelerate</a:t>
            </a:r>
            <a:br/>
            <a:r>
              <a:t>torch</a:t>
            </a:r>
            <a:br/>
            <a:r>
              <a:t>fpdf</a:t>
            </a:r>
            <a:br/>
            <a:r>
              <a:t>pillow</a:t>
            </a:r>
            <a:br/>
            <a:r>
              <a:t>python-dotenv</a:t>
            </a:r>
            <a:br/>
            <a:br/>
            <a:r>
              <a:t># .env</a:t>
            </a:r>
            <a:br/>
            <a:r>
              <a:t>GEMINI_API_KEY=your_gemini_key</a:t>
            </a:r>
            <a:br/>
            <a:r>
              <a:t>HF_API_KEY=your_huggingface_key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3. FastAPI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Application entry point and template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600">
                <a:solidFill>
                  <a:srgbClr val="F5F7FA"/>
                </a:solidFill>
                <a:latin typeface="Consolas"/>
              </a:defRPr>
            </a:pPr>
            <a:r>
              <a:t>from fastapi import FastAPI</a:t>
            </a:r>
            <a:br/>
            <a:r>
              <a:t>from fastapi.staticfiles import StaticFiles</a:t>
            </a:r>
            <a:br/>
            <a:r>
              <a:t>from fastapi.templating import Jinja2Templates</a:t>
            </a:r>
            <a:br/>
            <a:r>
              <a:t>from app.routes import router</a:t>
            </a:r>
            <a:br/>
            <a:br/>
            <a:r>
              <a:t>app = FastAPI(title="ComicCraft AI Comic Creator")</a:t>
            </a:r>
            <a:br/>
            <a:br/>
            <a:r>
              <a:t>app.mount("/static", StaticFiles(directory="static"), name="static")</a:t>
            </a:r>
            <a:br/>
            <a:r>
              <a:t>templates = Jinja2Templates(directory="templates")</a:t>
            </a:r>
            <a:br/>
            <a:br/>
            <a:r>
              <a:t>app.include_router(router)</a:t>
            </a:r>
            <a:br/>
            <a:br/>
            <a:r>
              <a:t>@app.get("/health")</a:t>
            </a:r>
            <a:br/>
            <a:r>
              <a:t>async def health():</a:t>
            </a:r>
            <a:br/>
            <a:r>
              <a:t>    return {"status": "ok"}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4. Generate a 5-Panel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Gemini Flash handles fast, structured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400">
                <a:solidFill>
                  <a:srgbClr val="F5F7FA"/>
                </a:solidFill>
                <a:latin typeface="Consolas"/>
              </a:defRPr>
            </a:pPr>
            <a:r>
              <a:t>import google.generativeai as genai</a:t>
            </a:r>
            <a:br/>
            <a:r>
              <a:t>import os, json</a:t>
            </a:r>
            <a:br/>
            <a:br/>
            <a:r>
              <a:t>genai.configure(api_key=os.getenv("GEMINI_API_KEY"))</a:t>
            </a:r>
            <a:br/>
            <a:r>
              <a:t>model = genai.GenerativeModel("gemini-1.5-flash")</a:t>
            </a:r>
            <a:br/>
            <a:br/>
            <a:r>
              <a:t>def generate_outline(prompt, character, setting, tone):</a:t>
            </a:r>
            <a:br/>
            <a:r>
              <a:t>    instruction = f"""</a:t>
            </a:r>
            <a:br/>
            <a:r>
              <a:t>    Create a 5-panel comic outline.</a:t>
            </a:r>
            <a:br/>
            <a:r>
              <a:t>    Story: {prompt}</a:t>
            </a:r>
            <a:br/>
            <a:r>
              <a:t>    Character: {character}</a:t>
            </a:r>
            <a:br/>
            <a:r>
              <a:t>    Setting: {setting}</a:t>
            </a:r>
            <a:br/>
            <a:r>
              <a:t>    Tone: {tone}</a:t>
            </a:r>
            <a:br/>
            <a:r>
              <a:t>    Return JSON with title and panels.</a:t>
            </a:r>
            <a:br/>
            <a:r>
              <a:t>    Each panel needs: scene, caption, image_prompt.</a:t>
            </a:r>
            <a:br/>
            <a:r>
              <a:t>    """</a:t>
            </a:r>
            <a:br/>
            <a:r>
              <a:t>    response = model.generate_content(instruction)</a:t>
            </a:r>
            <a:br/>
            <a:r>
              <a:t>    return json.loads(response.text)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5. Generate Narration &amp; 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Gemini Pro expands each outline into richer story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500">
                <a:solidFill>
                  <a:srgbClr val="F5F7FA"/>
                </a:solidFill>
                <a:latin typeface="Consolas"/>
              </a:defRPr>
            </a:pPr>
            <a:r>
              <a:t>def generate_story(outline):</a:t>
            </a:r>
            <a:br/>
            <a:r>
              <a:t>    model = genai.GenerativeModel("gemini-1.5-pro")</a:t>
            </a:r>
            <a:br/>
            <a:r>
              <a:t>    prompt = f"""</a:t>
            </a:r>
            <a:br/>
            <a:r>
              <a:t>    Expand this comic outline into engaging narration</a:t>
            </a:r>
            <a:br/>
            <a:r>
              <a:t>    and character dialogue.</a:t>
            </a:r>
            <a:br/>
            <a:br/>
            <a:r>
              <a:t>    Outline:</a:t>
            </a:r>
            <a:br/>
            <a:r>
              <a:t>    {json.dumps(outline)}</a:t>
            </a:r>
            <a:br/>
            <a:br/>
            <a:r>
              <a:t>    Return one object per panel:</a:t>
            </a:r>
            <a:br/>
            <a:r>
              <a:t>    - narration</a:t>
            </a:r>
            <a:br/>
            <a:r>
              <a:t>    - dialogue</a:t>
            </a:r>
            <a:br/>
            <a:r>
              <a:t>    - characters</a:t>
            </a:r>
            <a:br/>
            <a:r>
              <a:t>    """</a:t>
            </a:r>
            <a:br/>
            <a:r>
              <a:t>    response = model.generate_content(prompt)</a:t>
            </a:r>
            <a:br/>
            <a:r>
              <a:t>    return json.loads(response.text)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6. Generate Comic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Stable Diffusion converts panel image prompts into illustrations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400">
                <a:solidFill>
                  <a:srgbClr val="F5F7FA"/>
                </a:solidFill>
                <a:latin typeface="Consolas"/>
              </a:defRPr>
            </a:pPr>
            <a:r>
              <a:t>from diffusers import StableDiffusionPipeline</a:t>
            </a:r>
            <a:br/>
            <a:r>
              <a:t>import torch</a:t>
            </a:r>
            <a:br/>
            <a:br/>
            <a:r>
              <a:t>pipe = StableDiffusionPipeline.from_pretrained(</a:t>
            </a:r>
            <a:br/>
            <a:r>
              <a:t>    "runwayml/stable-diffusion-v1-5",</a:t>
            </a:r>
            <a:br/>
            <a:r>
              <a:t>    torch_dtype=torch.float16</a:t>
            </a:r>
            <a:br/>
            <a:r>
              <a:t>).to("cuda")</a:t>
            </a:r>
            <a:br/>
            <a:br/>
            <a:r>
              <a:t>def generate_image(image_prompt, index):</a:t>
            </a:r>
            <a:br/>
            <a:r>
              <a:t>    prompt = (</a:t>
            </a:r>
            <a:br/>
            <a:r>
              <a:t>        f"comic book illustration, {image_prompt}, "</a:t>
            </a:r>
            <a:br/>
            <a:r>
              <a:t>        "clear characters, expressive poses, vibrant panel composition"</a:t>
            </a:r>
            <a:br/>
            <a:r>
              <a:t>    )</a:t>
            </a:r>
            <a:br/>
            <a:r>
              <a:t>    image = pipe(prompt, num_inference_steps=30).images[0]</a:t>
            </a:r>
            <a:br/>
            <a:r>
              <a:t>    path = f"static/generated/panel_{index}.png"</a:t>
            </a:r>
            <a:br/>
            <a:r>
              <a:t>    image.save(path)</a:t>
            </a:r>
            <a:br/>
            <a:r>
              <a:t>    return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7. Build the Comic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Match story data with generated panel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400">
                <a:solidFill>
                  <a:srgbClr val="F5F7FA"/>
                </a:solidFill>
                <a:latin typeface="Consolas"/>
              </a:defRPr>
            </a:pPr>
            <a:r>
              <a:t>def build_comic_layout(outline, story, image_paths):</a:t>
            </a:r>
            <a:br/>
            <a:r>
              <a:t>    panels = []</a:t>
            </a:r>
            <a:br/>
            <a:br/>
            <a:r>
              <a:t>    for i, item in enumerate(outline["panels"]):</a:t>
            </a:r>
            <a:br/>
            <a:r>
              <a:t>        panels.append({</a:t>
            </a:r>
            <a:br/>
            <a:r>
              <a:t>            "number": i + 1,</a:t>
            </a:r>
            <a:br/>
            <a:r>
              <a:t>            "title": item.get("title", f"Panel {i+1}"),</a:t>
            </a:r>
            <a:br/>
            <a:r>
              <a:t>            "scene": item["scene"],</a:t>
            </a:r>
            <a:br/>
            <a:r>
              <a:t>            "caption": item.get("caption", ""),</a:t>
            </a:r>
            <a:br/>
            <a:r>
              <a:t>            "image": image_paths[i],</a:t>
            </a:r>
            <a:br/>
            <a:r>
              <a:t>            "narration": story[i]["narration"],</a:t>
            </a:r>
            <a:br/>
            <a:r>
              <a:t>            "dialogue": story[i]["dialogue"]</a:t>
            </a:r>
            <a:br/>
            <a:r>
              <a:t>        })</a:t>
            </a:r>
            <a:br/>
            <a:br/>
            <a:r>
              <a:t>    return {</a:t>
            </a:r>
            <a:br/>
            <a:r>
              <a:t>        "title": outline["title"],</a:t>
            </a:r>
            <a:br/>
            <a:r>
              <a:t>        "panels": panels</a:t>
            </a:r>
            <a:br/>
            <a:r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8. FastAPI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Connect the browser form to the complete AI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150">
                <a:solidFill>
                  <a:srgbClr val="F5F7FA"/>
                </a:solidFill>
                <a:latin typeface="Consolas"/>
              </a:defRPr>
            </a:pPr>
            <a:r>
              <a:t>from fastapi import APIRouter, Request</a:t>
            </a:r>
            <a:br/>
            <a:r>
              <a:t>from fastapi.responses import JSONResponse</a:t>
            </a:r>
            <a:br/>
            <a:br/>
            <a:r>
              <a:t>router = APIRouter()</a:t>
            </a:r>
            <a:br/>
            <a:br/>
            <a:r>
              <a:t>@router.get("/")</a:t>
            </a:r>
            <a:br/>
            <a:r>
              <a:t>async def home(request: Request):</a:t>
            </a:r>
            <a:br/>
            <a:r>
              <a:t>    return templates.TemplateResponse("index.html", {"request": request})</a:t>
            </a:r>
            <a:br/>
            <a:br/>
            <a:r>
              <a:t>@router.post("/generate")</a:t>
            </a:r>
            <a:br/>
            <a:r>
              <a:t>async def generate(request: Request):</a:t>
            </a:r>
            <a:br/>
            <a:r>
              <a:t>    form = await request.form()</a:t>
            </a:r>
            <a:br/>
            <a:br/>
            <a:r>
              <a:t>    outline = generate_outline(</a:t>
            </a:r>
            <a:br/>
            <a:r>
              <a:t>        form["prompt"], form["character"],</a:t>
            </a:r>
            <a:br/>
            <a:r>
              <a:t>        form["setting"], form["tone"]</a:t>
            </a:r>
            <a:br/>
            <a:r>
              <a:t>    )</a:t>
            </a:r>
            <a:br/>
            <a:r>
              <a:t>    story = generate_story(outline)</a:t>
            </a:r>
            <a:br/>
            <a:br/>
            <a:r>
              <a:t>    images = [</a:t>
            </a:r>
            <a:br/>
            <a:r>
              <a:t>        generate_image(p["image_prompt"], i + 1)</a:t>
            </a:r>
            <a:br/>
            <a:r>
              <a:t>        for i, p in enumerate(outline["panels"])</a:t>
            </a:r>
            <a:br/>
            <a:r>
              <a:t>    ]</a:t>
            </a:r>
            <a:br/>
            <a:br/>
            <a:r>
              <a:t>    comic = build_comic_layout(outline, story, images)</a:t>
            </a:r>
            <a:br/>
            <a:r>
              <a:t>    pdf_path = save_pdf(comic)</a:t>
            </a:r>
            <a:br/>
            <a:br/>
            <a:r>
              <a:t>    return templates.TemplateResponse(</a:t>
            </a:r>
            <a:br/>
            <a:r>
              <a:t>        "comic_preview.html",</a:t>
            </a:r>
            <a:br/>
            <a:r>
              <a:t>        {"request": request, "comic": comic, "pdf_path": pdf_path}</a:t>
            </a:r>
            <a:br/>
            <a:r>
              <a:t>   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9. PDF Export with FPDF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Create a downloadable multi-page comic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350">
                <a:solidFill>
                  <a:srgbClr val="F5F7FA"/>
                </a:solidFill>
                <a:latin typeface="Consolas"/>
              </a:defRPr>
            </a:pPr>
            <a:r>
              <a:t>from fpdf import FPDF</a:t>
            </a:r>
            <a:br/>
            <a:br/>
            <a:r>
              <a:t>def save_pdf(comic):</a:t>
            </a:r>
            <a:br/>
            <a:r>
              <a:t>    pdf = FPDF()</a:t>
            </a:r>
            <a:br/>
            <a:r>
              <a:t>    pdf.set_auto_page_break(auto=True, margin=15)</a:t>
            </a:r>
            <a:br/>
            <a:br/>
            <a:r>
              <a:t>    for panel in comic["panels"]:</a:t>
            </a:r>
            <a:br/>
            <a:r>
              <a:t>        pdf.add_page()</a:t>
            </a:r>
            <a:br/>
            <a:r>
              <a:t>        pdf.set_font("Arial", "B", 18)</a:t>
            </a:r>
            <a:br/>
            <a:r>
              <a:t>        pdf.cell(0, 10, panel["title"], ln=True)</a:t>
            </a:r>
            <a:br/>
            <a:r>
              <a:t>        pdf.image(panel["image"], x=15, y=25, w=180)</a:t>
            </a:r>
            <a:br/>
            <a:br/>
            <a:r>
              <a:t>        pdf.ln(115)</a:t>
            </a:r>
            <a:br/>
            <a:r>
              <a:t>        pdf.set_font("Arial", "", 12)</a:t>
            </a:r>
            <a:br/>
            <a:r>
              <a:t>        pdf.multi_cell(0, 8, panel["narration"])</a:t>
            </a:r>
            <a:br/>
            <a:r>
              <a:t>        pdf.multi_cell(0, 8, panel["dialogue"])</a:t>
            </a:r>
            <a:br/>
            <a:br/>
            <a:r>
              <a:t>    path = "static/generated/comic.pdf"</a:t>
            </a:r>
            <a:br/>
            <a:r>
              <a:t>    pdf.output(path)</a:t>
            </a:r>
            <a:br/>
            <a:r>
              <a:t>    return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10. Frontend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Collect prompt, character, setting, tone and art style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500">
                <a:solidFill>
                  <a:srgbClr val="F5F7FA"/>
                </a:solidFill>
                <a:latin typeface="Consolas"/>
              </a:defRPr>
            </a:pPr>
            <a:r>
              <a:t>&lt;form action="/generate" method="post"&gt;</a:t>
            </a:r>
            <a:br/>
            <a:r>
              <a:t>  &lt;label&gt;Story Prompt&lt;/label&gt;</a:t>
            </a:r>
            <a:br/>
            <a:r>
              <a:t>  &lt;textarea name="prompt" required&gt;&lt;/textarea&gt;</a:t>
            </a:r>
            <a:br/>
            <a:br/>
            <a:r>
              <a:t>  &lt;label&gt;Character&lt;/label&gt;</a:t>
            </a:r>
            <a:br/>
            <a:r>
              <a:t>  &lt;input name="character" placeholder="Brave fox"&gt;</a:t>
            </a:r>
            <a:br/>
            <a:br/>
            <a:r>
              <a:t>  &lt;label&gt;Setting&lt;/label&gt;</a:t>
            </a:r>
            <a:br/>
            <a:r>
              <a:t>  &lt;input name="setting" placeholder="Enchanted forest"&gt;</a:t>
            </a:r>
            <a:br/>
            <a:br/>
            <a:r>
              <a:t>  &lt;label&gt;Tone&lt;/label&gt;</a:t>
            </a:r>
            <a:br/>
            <a:r>
              <a:t>  &lt;select name="tone"&gt;</a:t>
            </a:r>
            <a:br/>
            <a:r>
              <a:t>    &lt;option&gt;Funny&lt;/option&gt;</a:t>
            </a:r>
            <a:br/>
            <a:r>
              <a:t>    &lt;option&gt;Dramatic&lt;/option&gt;</a:t>
            </a:r>
            <a:br/>
            <a:r>
              <a:t>    &lt;option&gt;Adventure&lt;/option&gt;</a:t>
            </a:r>
            <a:br/>
            <a:r>
              <a:t>  &lt;/select&gt;</a:t>
            </a:r>
            <a:br/>
            <a:br/>
            <a:r>
              <a:t>  &lt;label&gt;Art Style&lt;/label&gt;</a:t>
            </a:r>
            <a:br/>
            <a:r>
              <a:t>  &lt;input name="style" placeholder="Comic book"&gt;</a:t>
            </a:r>
            <a:br/>
            <a:br/>
            <a:r>
              <a:t>  &lt;button type="submit"&gt;Create Comic&lt;/button&gt;</a:t>
            </a:r>
            <a:br/>
            <a:r>
              <a:t>&lt;/form&gt;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11.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The core orchestration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500">
                <a:solidFill>
                  <a:srgbClr val="F5F7FA"/>
                </a:solidFill>
                <a:latin typeface="Consolas"/>
              </a:defRPr>
            </a:pPr>
            <a:r>
              <a:t>def create_comic(user_input):</a:t>
            </a:r>
            <a:br/>
            <a:r>
              <a:t>    # 1. Structured planning</a:t>
            </a:r>
            <a:br/>
            <a:r>
              <a:t>    outline = generate_outline(</a:t>
            </a:r>
            <a:br/>
            <a:r>
              <a:t>        user_input.prompt,</a:t>
            </a:r>
            <a:br/>
            <a:r>
              <a:t>        user_input.character,</a:t>
            </a:r>
            <a:br/>
            <a:r>
              <a:t>        user_input.setting,</a:t>
            </a:r>
            <a:br/>
            <a:r>
              <a:t>        user_input.tone</a:t>
            </a:r>
            <a:br/>
            <a:r>
              <a:t>    )</a:t>
            </a:r>
            <a:br/>
            <a:br/>
            <a:r>
              <a:t>    # 2. Creative expansion</a:t>
            </a:r>
            <a:br/>
            <a:r>
              <a:t>    story = generate_story(outline)</a:t>
            </a:r>
            <a:br/>
            <a:br/>
            <a:r>
              <a:t>    # 3. Visual generation</a:t>
            </a:r>
            <a:br/>
            <a:r>
              <a:t>    image_paths = [</a:t>
            </a:r>
            <a:br/>
            <a:r>
              <a:t>        generate_image(panel["image_prompt"], i + 1)</a:t>
            </a:r>
            <a:br/>
            <a:r>
              <a:t>        for i, panel in enumerate(outline["panels"])</a:t>
            </a:r>
            <a:br/>
            <a:r>
              <a:t>    ]</a:t>
            </a:r>
            <a:br/>
            <a:br/>
            <a:r>
              <a:t>    # 4. Combine story + images</a:t>
            </a:r>
            <a:br/>
            <a:r>
              <a:t>    comic = build_comic_layout(outline, story, image_paths)</a:t>
            </a:r>
            <a:br/>
            <a:br/>
            <a:r>
              <a:t>    # 5. Export</a:t>
            </a:r>
            <a:br/>
            <a:r>
              <a:t>    pdf_path = save_pdf(comic)</a:t>
            </a:r>
            <a:br/>
            <a:br/>
            <a:r>
              <a:t>    return comic, pdf_path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12. Run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Start the FastAPI server and open the web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4892040"/>
          </a:xfrm>
          <a:prstGeom prst="roundRect">
            <a:avLst/>
          </a:prstGeom>
          <a:solidFill>
            <a:srgbClr val="191D2F"/>
          </a:solidFill>
          <a:ln>
            <a:solidFill>
              <a:srgbClr val="2D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rIns="182880" tIns="182880" bIns="182880"/>
          <a:lstStyle/>
          <a:p>
            <a:pPr algn="ctr">
              <a:spcAft>
                <a:spcPts val="0"/>
              </a:spcAft>
              <a:defRPr sz="1600">
                <a:solidFill>
                  <a:srgbClr val="F5F7FA"/>
                </a:solidFill>
                <a:latin typeface="Consolas"/>
              </a:defRPr>
            </a:pPr>
            <a:r>
              <a:t># Create virtual environment</a:t>
            </a:r>
            <a:br/>
            <a:r>
              <a:t>python -m venv venv</a:t>
            </a:r>
            <a:br/>
            <a:br/>
            <a:r>
              <a:t># Windows</a:t>
            </a:r>
            <a:br/>
            <a:r>
              <a:t>venv\Scripts\activate</a:t>
            </a:r>
            <a:br/>
            <a:br/>
            <a:r>
              <a:t># macOS / Linux</a:t>
            </a:r>
            <a:br/>
            <a:r>
              <a:t>source venv/bin/activate</a:t>
            </a:r>
            <a:br/>
            <a:br/>
            <a:r>
              <a:t># Install dependencies</a:t>
            </a:r>
            <a:br/>
            <a:r>
              <a:t>pip install -r requirements.txt</a:t>
            </a:r>
            <a:br/>
            <a:br/>
            <a:r>
              <a:t># Start server</a:t>
            </a:r>
            <a:br/>
            <a:r>
              <a:t>uvicorn app.main:app --reload</a:t>
            </a:r>
            <a:br/>
            <a:br/>
            <a:r>
              <a:t># Open:</a:t>
            </a:r>
            <a:br/>
            <a:r>
              <a:t>http://127.0.0.1:8000</a:t>
            </a:r>
            <a:br/>
            <a:br/>
            <a:r>
              <a:t># FastAPI documentation:</a:t>
            </a:r>
            <a:br/>
            <a:r>
              <a:t>http://127.0.0.1:8000/docs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13. Coding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A"/>
                </a:solidFill>
                <a:latin typeface="Aptos"/>
              </a:defRPr>
            </a:pPr>
            <a:r>
              <a:t>How the modules map to the project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generate_outline() → Gemini Flash → structured 5-panel plan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generate_story() → Gemini Pro → narration and dialogue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generate_image() → Stable Diffusion → comic illustrations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build_comic_layout() → joins text, captions and images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save_pdf() → FPDF → downloadable multi-page comic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FastAPI routes → browser input, generation, preview and export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Jinja2 templates → homepage, comic preview and success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440"/>
                </a:solidFill>
                <a:latin typeface="Aptos Display"/>
              </a:defRPr>
            </a:pPr>
            <a:r>
              <a:t>CODING COMPLETE</a:t>
            </a:r>
          </a:p>
          <a:p>
            <a:pPr>
              <a:defRPr sz="2000">
                <a:solidFill>
                  <a:srgbClr val="F5F7FA"/>
                </a:solidFill>
                <a:latin typeface="Aptos"/>
              </a:defRPr>
            </a:pPr>
            <a:r>
              <a:t>ComicCraft connects AI story generation, image generation and PDF export into one FastAPI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9CA"/>
                </a:solidFill>
                <a:latin typeface="Aptos"/>
              </a:defRPr>
            </a:pPr>
            <a:r>
              <a:t>ComicCraft • Coding Guide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